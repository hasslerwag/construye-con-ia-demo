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474720" cy="347472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cada sesión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+ demostración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9476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87952" y="132588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371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87952" y="19202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87952" y="2487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89888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812280" y="15087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8562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Casos reales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120 min por sesión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364992"/>
            <a:ext cx="402336" cy="40233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" y="3840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preguntas son bienvenidas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24281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"¿Hubiese podido hacer X en mi trabajo con esto?" — ese tipo de pregunta es exactamente para lo que está diseñado el curso.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20040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7872" y="3364992"/>
            <a:ext cx="402336" cy="40233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47872" y="3840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es el método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47872" y="424281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tus propias palabras, leyendo, buscando en internet — así se aprende. Si solo vienes a la sesión y ya, no hay resultados.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20040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3364992"/>
            <a:ext cx="402336" cy="40233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28232" y="3840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Atrévete a experimentar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28232" y="424281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Equivócate aquí, en el curso, con tu proyecto propio. Aquí no hay notas. Hay aprendizaje real.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2026-07-25T04:12:58Z</dcterms:created>
  <dcterms:modified xsi:type="dcterms:W3CDTF">2026-07-25T04:12:58Z</dcterms:modified>
</cp:coreProperties>
</file>